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20184c6e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20184c6e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20184c6e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20184c6e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78acc440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78acc440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78acc440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78acc440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20184c6e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20184c6e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78acc440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78acc440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78acc440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78acc440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d7c640d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d7c640d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7a928de7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7a928de7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7a928de7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7a928de7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20184c6e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20184c6e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0184c6e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0184c6e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20184c6e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20184c6e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20184c6e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20184c6e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20184c6e5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20184c6e5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0c21027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0c21027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e02e5f39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e02e5f39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14762174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14762174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20184c6e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20184c6e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78acc440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78acc440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e02e5f39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e02e5f39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78acc440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78acc440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8f53a9f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8f53a9f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aquasec.com/blog/ai-generated-malware-in-panda-image-hides-persistent-linux-threat/" TargetMode="External"/><Relationship Id="rId4" Type="http://schemas.openxmlformats.org/officeDocument/2006/relationships/hyperlink" Target="https://www.aquasec.com/blog/ai-generated-malware-in-panda-image-hides-persistent-linux-threat/" TargetMode="External"/><Relationship Id="rId5" Type="http://schemas.openxmlformats.org/officeDocument/2006/relationships/hyperlink" Target="https://www.darkreading.com/threat-intelligence/ai-generated-linux-miner-koske" TargetMode="External"/><Relationship Id="rId6" Type="http://schemas.openxmlformats.org/officeDocument/2006/relationships/hyperlink" Target="https://docs.google.com/presentation/d/1FMh5XzK3EWjncuJT9t8eDIPszJ1u0qtUxI0_CBM5Mzg/edit?slide=id.g3c78acc440d_0_59#slide=id.g3c78acc440d_0_59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239700" cy="270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9700" y="1298925"/>
            <a:ext cx="4904301" cy="1406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9700" y="49175"/>
            <a:ext cx="4904301" cy="1195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2705250"/>
            <a:ext cx="5742949" cy="244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42950" y="2705250"/>
            <a:ext cx="3401050" cy="2290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267025" y="210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>
                <a:solidFill>
                  <a:srgbClr val="0A0A0A"/>
                </a:solidFill>
              </a:rPr>
              <a:t>BackGround/Overview</a:t>
            </a:r>
            <a:endParaRPr sz="2720">
              <a:solidFill>
                <a:srgbClr val="0A0A0A"/>
              </a:solidFill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Linux-Target Malware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Identified by Aqua Nautilus in July 2025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Believed it was </a:t>
            </a:r>
            <a:r>
              <a:rPr lang="en" sz="2000">
                <a:solidFill>
                  <a:schemeClr val="dk1"/>
                </a:solidFill>
              </a:rPr>
              <a:t>developed</a:t>
            </a:r>
            <a:r>
              <a:rPr lang="en" sz="2000">
                <a:solidFill>
                  <a:schemeClr val="dk1"/>
                </a:solidFill>
              </a:rPr>
              <a:t> with LLM or AI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Cryptocurrency Mining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7350" y="84975"/>
            <a:ext cx="5653450" cy="49928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1903550" y="1642350"/>
            <a:ext cx="5375850" cy="3470850"/>
          </a:xfrm>
          <a:custGeom>
            <a:rect b="b" l="l" r="r" t="t"/>
            <a:pathLst>
              <a:path extrusionOk="0" h="138834" w="215034">
                <a:moveTo>
                  <a:pt x="0" y="0"/>
                </a:moveTo>
                <a:lnTo>
                  <a:pt x="211571" y="0"/>
                </a:lnTo>
                <a:lnTo>
                  <a:pt x="215034" y="138834"/>
                </a:lnTo>
                <a:lnTo>
                  <a:pt x="107084" y="137679"/>
                </a:lnTo>
                <a:lnTo>
                  <a:pt x="101600" y="33770"/>
                </a:lnTo>
                <a:lnTo>
                  <a:pt x="0" y="34925"/>
                </a:lnTo>
                <a:close/>
              </a:path>
            </a:pathLst>
          </a:cu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1" name="Google Shape;71;p15"/>
          <p:cNvSpPr/>
          <p:nvPr/>
        </p:nvSpPr>
        <p:spPr>
          <a:xfrm>
            <a:off x="2837300" y="132775"/>
            <a:ext cx="3069600" cy="14346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1528325" y="391925"/>
            <a:ext cx="145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(1) Initial Access</a:t>
            </a:r>
            <a:endParaRPr sz="1200">
              <a:solidFill>
                <a:schemeClr val="accent4"/>
              </a:solidFill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245600" y="2616025"/>
            <a:ext cx="4358400" cy="8373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10300" y="2616025"/>
            <a:ext cx="217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A86E8"/>
                </a:solidFill>
              </a:rPr>
              <a:t>(2) Downloads the polyglot images using scripts</a:t>
            </a:r>
            <a:endParaRPr sz="1200">
              <a:solidFill>
                <a:srgbClr val="4A86E8"/>
              </a:solidFill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2094050" y="2571750"/>
            <a:ext cx="2253600" cy="186420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1609125" y="4486500"/>
            <a:ext cx="97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FF00"/>
                </a:solidFill>
              </a:rPr>
              <a:t>(3) Rootkit</a:t>
            </a:r>
            <a:endParaRPr sz="1200">
              <a:solidFill>
                <a:srgbClr val="00FF00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7279400" y="3320800"/>
            <a:ext cx="1864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FF00"/>
                </a:solidFill>
              </a:rPr>
              <a:t>(3) Bash Script for persistence and downloading of cryptominer</a:t>
            </a:r>
            <a:endParaRPr sz="12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/>
        </p:nvSpPr>
        <p:spPr>
          <a:xfrm>
            <a:off x="477150" y="105875"/>
            <a:ext cx="112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14 TTPs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199250" y="114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/>
              <a:t>Detection Strategy</a:t>
            </a:r>
            <a:endParaRPr sz="2720"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4050"/>
            <a:ext cx="9144001" cy="2604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07168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4367050" y="2107650"/>
            <a:ext cx="10641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3139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"/>
            <a:ext cx="9143999" cy="3000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3353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90174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59611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298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3290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1775" y="0"/>
            <a:ext cx="479717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183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Notes on false positives and log enrichment ideas.</a:t>
            </a:r>
            <a:endParaRPr sz="3600"/>
          </a:p>
        </p:txBody>
      </p:sp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50" y="1630175"/>
            <a:ext cx="6353827" cy="320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2175" y="1630175"/>
            <a:ext cx="1996550" cy="156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2175" y="3193125"/>
            <a:ext cx="2630475" cy="125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220625"/>
            <a:ext cx="9144001" cy="4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95100"/>
            <a:ext cx="8829599" cy="278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5328600" cy="99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779250"/>
            <a:ext cx="9152303" cy="136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3117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3188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References:</a:t>
            </a:r>
            <a:endParaRPr/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https://www.aquasec.com/blog/ai-generated-malware-in-panda-image-hides-persistent-linux-</a:t>
            </a:r>
            <a:r>
              <a:rPr lang="en"/>
              <a:t>threat</a:t>
            </a:r>
            <a:r>
              <a:rPr lang="en" u="sng">
                <a:solidFill>
                  <a:schemeClr val="hlink"/>
                </a:solidFill>
                <a:hlinkClick r:id="rId4"/>
              </a:rPr>
              <a:t>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https://www.darkreading.com/threat-intelligence/ai-generated-linux-miner-koske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https://socprime.com/blog/koske-malware-detection/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https://docs.google.com/presentation/d/1FMh5XzK3EWjncuJT9t8eDIPszJ1u0qtUxI0_CBM5Mzg/edit?slide=id.g3c78acc440d_0_59#slide=id.g3c78acc440d_0_59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https://zendata.security/2025/07/28/koske-malware-uses-cute-panda-images-to-infect-linux-systems/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https://www.picussecurity.com/resource/blog/explaining-the-ai-assisted-koske-linux-cryptomining-malware-hidden-in-jpegs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311700" y="76600"/>
            <a:ext cx="8593200" cy="11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-a always,exit -F arch=b64 -S openat -F path=/etc/profile -F perm=wa -F auid&gt;=1000 -F auid!=-1 -F key=modifications_of_environment_variables</a:t>
            </a:r>
            <a:endParaRPr sz="2120"/>
          </a:p>
        </p:txBody>
      </p:sp>
      <p:sp>
        <p:nvSpPr>
          <p:cNvPr id="177" name="Google Shape;177;p33"/>
          <p:cNvSpPr txBox="1"/>
          <p:nvPr>
            <p:ph idx="1" type="body"/>
          </p:nvPr>
        </p:nvSpPr>
        <p:spPr>
          <a:xfrm>
            <a:off x="311700" y="1242350"/>
            <a:ext cx="8520600" cy="3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-a: Add a rule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always, exit: always log when syscall exits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-F arch=b64: 64-bit System calls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-S execve: Monitors execve which is a syscall for opening a 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-F path=/etc/profile: Specific file path to monitor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-F perm=wa: Permission that is logged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- w: Write access to a file or directory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- a: Change in file’s or directory’s attribute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-F auid&gt;=1000: Regular human users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-F auid!=-1: Exclude unset audit user 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-k dd_activity: Assign a tag to the log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311700" y="67825"/>
            <a:ext cx="86922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120"/>
              <a:t>-a always,exit -F arch=b64 -S execve -F auid&gt;=1000 -F auid!=-1 -F exe=/usr/bin/dd -k dd_activity</a:t>
            </a:r>
            <a:endParaRPr sz="21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21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120"/>
          </a:p>
        </p:txBody>
      </p:sp>
      <p:sp>
        <p:nvSpPr>
          <p:cNvPr id="183" name="Google Shape;183;p34"/>
          <p:cNvSpPr txBox="1"/>
          <p:nvPr>
            <p:ph idx="1" type="body"/>
          </p:nvPr>
        </p:nvSpPr>
        <p:spPr>
          <a:xfrm>
            <a:off x="311700" y="1215375"/>
            <a:ext cx="8520600" cy="3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-a: Add a rule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lways, exit: always log when syscall exits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-F arch=b64: 64-bit System calls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-S execve: Monitors execve which is a syscall for executing a binary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-F auid&gt;=1000: Regular human users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-F auid!=-1: Exclude unset audit user 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-F exe=/usr/bin/dd: Only log if the executed binary path is </a:t>
            </a:r>
            <a:r>
              <a:rPr lang="en"/>
              <a:t>/usr/bin/dd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-k dd_activity: Assign a tag to the log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22444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